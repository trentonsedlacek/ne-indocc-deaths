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F1472-29FE-EF29-65E9-8C2C03493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F1E25-7BDA-A60C-20FB-4D4352C16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366BF-FA72-D000-2CB3-A0573217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CBA8C-E983-4BD7-FB77-DBE26681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B443D-B97C-693F-3AB0-FE5C3988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3ECC-3E62-15E2-83F2-FC038E90C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D81AE-6E57-E55F-4D68-A4A21CBB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EC01F-46B6-9284-F371-B3BF2051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1C271-B957-F015-6168-B0FCEE27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4DA4D-5184-1DED-E484-9E1D7EE5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1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D1BD-F08C-082C-647E-E4DB3DAA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EAA79-B6D0-C691-09DE-EEDDCC24A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DEC46-47C0-E59B-2B1F-40CADB2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EA396-BB93-072F-8BD5-56947500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2B4DF-B7E7-26EC-E9D8-ABC84512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5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F274-CC0E-79C5-1CD0-F7AEF3DBC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13736-8648-4367-D7C2-DCABCB0FA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42F78-AF8C-5CF4-FCB9-BAC16F34B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64AA-98EE-8E1C-DD14-16342511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FE068-F38E-C326-528A-FE89756B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93B40-9EE8-0239-9365-7FEACDD9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B214-B1CD-8A3C-5C76-3F55862A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9D352-EDEA-6736-A872-B29596C43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54F88-DD13-A672-E026-D8A79A14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71D51-3E01-FF7B-B232-5CC810714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D767C-70F0-48BD-C208-33422CD26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F66C8-A924-DDD5-D4A3-76A79CB6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9B4AB-F67C-9280-C8E1-FC62EA39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E5787-8ADC-FE5D-2160-E242E012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0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3B87-7473-FEC5-E027-30AF5FCD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043E1-1BED-64B1-68B3-F31BAB45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D0D82-38CC-7636-EA3F-334CE43E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EA6D7-38EE-A939-9925-76DC9114A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2C27B-8E18-568C-00FD-C58BB23B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36E0B-0EE7-10A0-BA53-873A749F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64A58-3EAF-F261-F34A-F050853C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9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6F0C-7672-3461-997E-ADF87C6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3BF19-44CA-E06D-6217-30EBAEA95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0391F-3BC3-A575-141C-D962A1956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56763-97C6-3B19-F83E-F58B19E2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893BB-275A-04CE-BBD3-181AA695D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59EB-90E1-04D2-4A08-1478EF67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9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FABF-F67B-2F27-5EDF-64605DAD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7EF48-5C99-F9FF-BA1A-C5C669371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192B1-EB41-A30F-CE97-729638032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A374F-B631-C29C-E711-1E1B728F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3B7D0-56FF-57EB-5AD2-56981538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62484-0298-0FEE-CB25-60290808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9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A0B0-79D0-F5F0-8F6E-ECA20FEF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A857-0B52-7A50-60B4-0440FD264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F0089-18B3-7C3C-7AFA-44489A0D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59F11-2233-3773-64A5-2D6BCD8B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59899-E884-CE22-41F3-47FC487D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10CB4-F925-A09A-C852-759C0BF06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F4197-50ED-ED35-CEB5-07A505CE1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AA800-A369-CC50-28FA-BC054431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D96B3-F9F0-5D7D-DDB7-5F8457A4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E2E3-1795-FD82-8517-0B09B8C6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1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41FEA-8AEF-79CE-FB11-E9890E35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C6E7C-65B3-3809-519E-A465A242D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2AD38-F142-987A-38E7-72A13149F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7D32D-940C-4BC6-AF21-D7E3633EE5D5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FF9A0-C765-8427-850B-FEE129008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2BDB1-A6E2-A510-840A-8D1B3518C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D62CB-FAE9-4376-965B-673340F0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3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786FC21-E05F-F824-2D1C-B26FCBF6F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6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CAEAF7-89AF-752C-C8F4-41DC2734A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2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E4943-F504-1000-CE03-21731C7C9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71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5B552-1F9E-4328-5BEF-7005B4D6E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92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7D5457-51F2-1BAF-AD70-181299377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0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Austin, Christopher</dc:creator>
  <cp:lastModifiedBy>Austin, Christopher</cp:lastModifiedBy>
  <cp:revision>1</cp:revision>
  <dcterms:created xsi:type="dcterms:W3CDTF">2024-04-05T03:50:43Z</dcterms:created>
  <dcterms:modified xsi:type="dcterms:W3CDTF">2024-04-05T05:36:38Z</dcterms:modified>
</cp:coreProperties>
</file>